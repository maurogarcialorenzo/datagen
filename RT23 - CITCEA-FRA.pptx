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4"/>
  </p:sldMasterIdLst>
  <p:notesMasterIdLst>
    <p:notesMasterId r:id="rId13"/>
  </p:notesMasterIdLst>
  <p:handoutMasterIdLst>
    <p:handoutMasterId r:id="rId14"/>
  </p:handoutMasterIdLst>
  <p:sldIdLst>
    <p:sldId id="277" r:id="rId5"/>
    <p:sldId id="276" r:id="rId6"/>
    <p:sldId id="278" r:id="rId7"/>
    <p:sldId id="274" r:id="rId8"/>
    <p:sldId id="279" r:id="rId9"/>
    <p:sldId id="283" r:id="rId10"/>
    <p:sldId id="281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1EF"/>
    <a:srgbClr val="0184BF"/>
    <a:srgbClr val="027AFE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F1C97C-E924-43CA-8954-8EE3AF21684B}" v="8" dt="2023-05-24T13:27:25.9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05" autoAdjust="0"/>
    <p:restoredTop sz="95394" autoAdjust="0"/>
  </p:normalViewPr>
  <p:slideViewPr>
    <p:cSldViewPr snapToGrid="0">
      <p:cViewPr varScale="1">
        <p:scale>
          <a:sx n="85" d="100"/>
          <a:sy n="85" d="100"/>
        </p:scale>
        <p:origin x="701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81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yla Erdan" userId="2fbd3797-24e7-4cfb-97ba-7ca44625f1fb" providerId="ADAL" clId="{EB16EF8D-BD6A-4EDB-B0B8-E91A5CF74D00}"/>
    <pc:docChg chg="undo custSel modSld modMainMaster">
      <pc:chgData name="Leyla Erdan" userId="2fbd3797-24e7-4cfb-97ba-7ca44625f1fb" providerId="ADAL" clId="{EB16EF8D-BD6A-4EDB-B0B8-E91A5CF74D00}" dt="2022-06-16T17:23:11.492" v="244" actId="1038"/>
      <pc:docMkLst>
        <pc:docMk/>
      </pc:docMkLst>
      <pc:sldChg chg="modSp mod">
        <pc:chgData name="Leyla Erdan" userId="2fbd3797-24e7-4cfb-97ba-7ca44625f1fb" providerId="ADAL" clId="{EB16EF8D-BD6A-4EDB-B0B8-E91A5CF74D00}" dt="2022-06-16T17:22:47.392" v="235" actId="20577"/>
        <pc:sldMkLst>
          <pc:docMk/>
          <pc:sldMk cId="1366773080" sldId="277"/>
        </pc:sldMkLst>
        <pc:spChg chg="mod">
          <ac:chgData name="Leyla Erdan" userId="2fbd3797-24e7-4cfb-97ba-7ca44625f1fb" providerId="ADAL" clId="{EB16EF8D-BD6A-4EDB-B0B8-E91A5CF74D00}" dt="2022-06-16T17:22:47.392" v="235" actId="20577"/>
          <ac:spMkLst>
            <pc:docMk/>
            <pc:sldMk cId="1366773080" sldId="277"/>
            <ac:spMk id="2" creationId="{68E42B90-5535-46C9-9B9A-9660E5E20BB0}"/>
          </ac:spMkLst>
        </pc:spChg>
      </pc:sldChg>
      <pc:sldMasterChg chg="addSp delSp modSp mod modSldLayout">
        <pc:chgData name="Leyla Erdan" userId="2fbd3797-24e7-4cfb-97ba-7ca44625f1fb" providerId="ADAL" clId="{EB16EF8D-BD6A-4EDB-B0B8-E91A5CF74D00}" dt="2022-06-16T17:23:11.492" v="244" actId="1038"/>
        <pc:sldMasterMkLst>
          <pc:docMk/>
          <pc:sldMasterMk cId="4083994448" sldId="2147483745"/>
        </pc:sldMasterMkLst>
        <pc:picChg chg="del">
          <ac:chgData name="Leyla Erdan" userId="2fbd3797-24e7-4cfb-97ba-7ca44625f1fb" providerId="ADAL" clId="{EB16EF8D-BD6A-4EDB-B0B8-E91A5CF74D00}" dt="2022-06-16T17:09:41.948" v="12" actId="478"/>
          <ac:picMkLst>
            <pc:docMk/>
            <pc:sldMasterMk cId="4083994448" sldId="2147483745"/>
            <ac:picMk id="7" creationId="{6D016C7D-0D6B-4525-89C9-8D88317AFD84}"/>
          </ac:picMkLst>
        </pc:picChg>
        <pc:picChg chg="add mod">
          <ac:chgData name="Leyla Erdan" userId="2fbd3797-24e7-4cfb-97ba-7ca44625f1fb" providerId="ADAL" clId="{EB16EF8D-BD6A-4EDB-B0B8-E91A5CF74D00}" dt="2022-06-16T17:09:48.623" v="23" actId="1036"/>
          <ac:picMkLst>
            <pc:docMk/>
            <pc:sldMasterMk cId="4083994448" sldId="2147483745"/>
            <ac:picMk id="14" creationId="{ADF84962-AE02-29F4-0620-7CDAF5694312}"/>
          </ac:picMkLst>
        </pc:picChg>
        <pc:sldLayoutChg chg="addSp delSp modSp mod">
          <pc:chgData name="Leyla Erdan" userId="2fbd3797-24e7-4cfb-97ba-7ca44625f1fb" providerId="ADAL" clId="{EB16EF8D-BD6A-4EDB-B0B8-E91A5CF74D00}" dt="2022-06-16T17:23:11.492" v="244" actId="1038"/>
          <pc:sldLayoutMkLst>
            <pc:docMk/>
            <pc:sldMasterMk cId="4083994448" sldId="2147483745"/>
            <pc:sldLayoutMk cId="1212678955" sldId="2147483746"/>
          </pc:sldLayoutMkLst>
          <pc:spChg chg="del">
            <ac:chgData name="Leyla Erdan" userId="2fbd3797-24e7-4cfb-97ba-7ca44625f1fb" providerId="ADAL" clId="{EB16EF8D-BD6A-4EDB-B0B8-E91A5CF74D00}" dt="2022-06-16T17:11:12.989" v="35" actId="21"/>
            <ac:spMkLst>
              <pc:docMk/>
              <pc:sldMasterMk cId="4083994448" sldId="2147483745"/>
              <pc:sldLayoutMk cId="1212678955" sldId="2147483746"/>
              <ac:spMk id="2" creationId="{00000000-0000-0000-0000-000000000000}"/>
            </ac:spMkLst>
          </pc:spChg>
          <pc:spChg chg="del">
            <ac:chgData name="Leyla Erdan" userId="2fbd3797-24e7-4cfb-97ba-7ca44625f1fb" providerId="ADAL" clId="{EB16EF8D-BD6A-4EDB-B0B8-E91A5CF74D00}" dt="2022-06-16T17:11:14.996" v="37" actId="21"/>
            <ac:spMkLst>
              <pc:docMk/>
              <pc:sldMasterMk cId="4083994448" sldId="2147483745"/>
              <pc:sldLayoutMk cId="1212678955" sldId="2147483746"/>
              <ac:spMk id="8" creationId="{90830328-55B5-412E-9D9D-85FADF5104B3}"/>
            </ac:spMkLst>
          </pc:spChg>
          <pc:spChg chg="add del mod">
            <ac:chgData name="Leyla Erdan" userId="2fbd3797-24e7-4cfb-97ba-7ca44625f1fb" providerId="ADAL" clId="{EB16EF8D-BD6A-4EDB-B0B8-E91A5CF74D00}" dt="2022-06-16T17:15:36.932" v="73" actId="21"/>
            <ac:spMkLst>
              <pc:docMk/>
              <pc:sldMasterMk cId="4083994448" sldId="2147483745"/>
              <pc:sldLayoutMk cId="1212678955" sldId="2147483746"/>
              <ac:spMk id="9" creationId="{40ED562E-2A0C-94D6-35E4-328ECBF4194C}"/>
            </ac:spMkLst>
          </pc:spChg>
          <pc:spChg chg="add del mod">
            <ac:chgData name="Leyla Erdan" userId="2fbd3797-24e7-4cfb-97ba-7ca44625f1fb" providerId="ADAL" clId="{EB16EF8D-BD6A-4EDB-B0B8-E91A5CF74D00}" dt="2022-06-16T17:15:38.473" v="75" actId="21"/>
            <ac:spMkLst>
              <pc:docMk/>
              <pc:sldMasterMk cId="4083994448" sldId="2147483745"/>
              <pc:sldLayoutMk cId="1212678955" sldId="2147483746"/>
              <ac:spMk id="10" creationId="{B119949C-1025-AB12-1C14-B7A06AE2039A}"/>
            </ac:spMkLst>
          </pc:spChg>
          <pc:spChg chg="add mod">
            <ac:chgData name="Leyla Erdan" userId="2fbd3797-24e7-4cfb-97ba-7ca44625f1fb" providerId="ADAL" clId="{EB16EF8D-BD6A-4EDB-B0B8-E91A5CF74D00}" dt="2022-06-16T17:22:06.442" v="203" actId="20577"/>
            <ac:spMkLst>
              <pc:docMk/>
              <pc:sldMasterMk cId="4083994448" sldId="2147483745"/>
              <pc:sldLayoutMk cId="1212678955" sldId="2147483746"/>
              <ac:spMk id="18" creationId="{D027EB4E-4197-7E88-295C-8B8A3A7E7D74}"/>
            </ac:spMkLst>
          </pc:spChg>
          <pc:spChg chg="add mod">
            <ac:chgData name="Leyla Erdan" userId="2fbd3797-24e7-4cfb-97ba-7ca44625f1fb" providerId="ADAL" clId="{EB16EF8D-BD6A-4EDB-B0B8-E91A5CF74D00}" dt="2022-06-16T17:16:17.054" v="83" actId="20577"/>
            <ac:spMkLst>
              <pc:docMk/>
              <pc:sldMasterMk cId="4083994448" sldId="2147483745"/>
              <pc:sldLayoutMk cId="1212678955" sldId="2147483746"/>
              <ac:spMk id="19" creationId="{BFD03744-6193-7E85-AC26-4470F425D5BF}"/>
            </ac:spMkLst>
          </pc:spChg>
          <pc:picChg chg="add mod">
            <ac:chgData name="Leyla Erdan" userId="2fbd3797-24e7-4cfb-97ba-7ca44625f1fb" providerId="ADAL" clId="{EB16EF8D-BD6A-4EDB-B0B8-E91A5CF74D00}" dt="2022-06-16T17:12:32.898" v="59" actId="1076"/>
            <ac:picMkLst>
              <pc:docMk/>
              <pc:sldMasterMk cId="4083994448" sldId="2147483745"/>
              <pc:sldLayoutMk cId="1212678955" sldId="2147483746"/>
              <ac:picMk id="4" creationId="{2D7FD473-67D8-3EA8-9734-5B22035666AC}"/>
            </ac:picMkLst>
          </pc:picChg>
          <pc:picChg chg="add del mod">
            <ac:chgData name="Leyla Erdan" userId="2fbd3797-24e7-4cfb-97ba-7ca44625f1fb" providerId="ADAL" clId="{EB16EF8D-BD6A-4EDB-B0B8-E91A5CF74D00}" dt="2022-06-16T17:15:30.534" v="68" actId="21"/>
            <ac:picMkLst>
              <pc:docMk/>
              <pc:sldMasterMk cId="4083994448" sldId="2147483745"/>
              <pc:sldLayoutMk cId="1212678955" sldId="2147483746"/>
              <ac:picMk id="6" creationId="{A6BB1FCE-BBF0-4687-C263-DD9CBB00882B}"/>
            </ac:picMkLst>
          </pc:picChg>
          <pc:picChg chg="del">
            <ac:chgData name="Leyla Erdan" userId="2fbd3797-24e7-4cfb-97ba-7ca44625f1fb" providerId="ADAL" clId="{EB16EF8D-BD6A-4EDB-B0B8-E91A5CF74D00}" dt="2022-06-16T17:12:18.392" v="56" actId="478"/>
            <ac:picMkLst>
              <pc:docMk/>
              <pc:sldMasterMk cId="4083994448" sldId="2147483745"/>
              <pc:sldLayoutMk cId="1212678955" sldId="2147483746"/>
              <ac:picMk id="11" creationId="{890301D0-621A-4006-9061-401CF717FFC9}"/>
            </ac:picMkLst>
          </pc:picChg>
          <pc:picChg chg="add del mod">
            <ac:chgData name="Leyla Erdan" userId="2fbd3797-24e7-4cfb-97ba-7ca44625f1fb" providerId="ADAL" clId="{EB16EF8D-BD6A-4EDB-B0B8-E91A5CF74D00}" dt="2022-06-16T17:15:32.144" v="70" actId="21"/>
            <ac:picMkLst>
              <pc:docMk/>
              <pc:sldMasterMk cId="4083994448" sldId="2147483745"/>
              <pc:sldLayoutMk cId="1212678955" sldId="2147483746"/>
              <ac:picMk id="13" creationId="{925FD736-3EF3-0361-9B47-C0BE7A790182}"/>
            </ac:picMkLst>
          </pc:picChg>
          <pc:picChg chg="add del mod">
            <ac:chgData name="Leyla Erdan" userId="2fbd3797-24e7-4cfb-97ba-7ca44625f1fb" providerId="ADAL" clId="{EB16EF8D-BD6A-4EDB-B0B8-E91A5CF74D00}" dt="2022-06-16T17:21:42.027" v="198" actId="21"/>
            <ac:picMkLst>
              <pc:docMk/>
              <pc:sldMasterMk cId="4083994448" sldId="2147483745"/>
              <pc:sldLayoutMk cId="1212678955" sldId="2147483746"/>
              <ac:picMk id="15" creationId="{B949A6D7-F652-3B52-2DBF-502C6371A8BF}"/>
            </ac:picMkLst>
          </pc:picChg>
          <pc:picChg chg="add mod">
            <ac:chgData name="Leyla Erdan" userId="2fbd3797-24e7-4cfb-97ba-7ca44625f1fb" providerId="ADAL" clId="{EB16EF8D-BD6A-4EDB-B0B8-E91A5CF74D00}" dt="2022-06-16T17:23:11.492" v="244" actId="1038"/>
            <ac:picMkLst>
              <pc:docMk/>
              <pc:sldMasterMk cId="4083994448" sldId="2147483745"/>
              <pc:sldLayoutMk cId="1212678955" sldId="2147483746"/>
              <ac:picMk id="16" creationId="{0302289A-4A6D-EF58-286B-10BE2B1F954F}"/>
            </ac:picMkLst>
          </pc:picChg>
          <pc:picChg chg="add del mod">
            <ac:chgData name="Leyla Erdan" userId="2fbd3797-24e7-4cfb-97ba-7ca44625f1fb" providerId="ADAL" clId="{EB16EF8D-BD6A-4EDB-B0B8-E91A5CF74D00}" dt="2022-06-16T17:16:34.600" v="145" actId="478"/>
            <ac:picMkLst>
              <pc:docMk/>
              <pc:sldMasterMk cId="4083994448" sldId="2147483745"/>
              <pc:sldLayoutMk cId="1212678955" sldId="2147483746"/>
              <ac:picMk id="17" creationId="{9F25BCB8-398C-4D8C-04D5-1A41085DA064}"/>
            </ac:picMkLst>
          </pc:picChg>
        </pc:sldLayoutChg>
      </pc:sldMasterChg>
    </pc:docChg>
  </pc:docChgLst>
  <pc:docChgLst>
    <pc:chgData name="Leyla Erdan" userId="2fbd3797-24e7-4cfb-97ba-7ca44625f1fb" providerId="ADAL" clId="{E0F1C97C-E924-43CA-8954-8EE3AF21684B}"/>
    <pc:docChg chg="undo custSel modMainMaster">
      <pc:chgData name="Leyla Erdan" userId="2fbd3797-24e7-4cfb-97ba-7ca44625f1fb" providerId="ADAL" clId="{E0F1C97C-E924-43CA-8954-8EE3AF21684B}" dt="2023-05-24T13:27:40.669" v="239" actId="167"/>
      <pc:docMkLst>
        <pc:docMk/>
      </pc:docMkLst>
      <pc:sldMasterChg chg="addSp delSp modSp mod modSldLayout">
        <pc:chgData name="Leyla Erdan" userId="2fbd3797-24e7-4cfb-97ba-7ca44625f1fb" providerId="ADAL" clId="{E0F1C97C-E924-43CA-8954-8EE3AF21684B}" dt="2023-05-24T13:27:40.669" v="239" actId="167"/>
        <pc:sldMasterMkLst>
          <pc:docMk/>
          <pc:sldMasterMk cId="4083994448" sldId="2147483745"/>
        </pc:sldMasterMkLst>
        <pc:picChg chg="add mod">
          <ac:chgData name="Leyla Erdan" userId="2fbd3797-24e7-4cfb-97ba-7ca44625f1fb" providerId="ADAL" clId="{E0F1C97C-E924-43CA-8954-8EE3AF21684B}" dt="2023-05-19T20:13:06.753" v="114" actId="1036"/>
          <ac:picMkLst>
            <pc:docMk/>
            <pc:sldMasterMk cId="4083994448" sldId="2147483745"/>
            <ac:picMk id="7" creationId="{598291AF-9F8C-406D-46F1-8108A49E7F17}"/>
          </ac:picMkLst>
        </pc:picChg>
        <pc:picChg chg="del">
          <ac:chgData name="Leyla Erdan" userId="2fbd3797-24e7-4cfb-97ba-7ca44625f1fb" providerId="ADAL" clId="{E0F1C97C-E924-43CA-8954-8EE3AF21684B}" dt="2023-05-19T20:12:59.398" v="84" actId="478"/>
          <ac:picMkLst>
            <pc:docMk/>
            <pc:sldMasterMk cId="4083994448" sldId="2147483745"/>
            <ac:picMk id="14" creationId="{ADF84962-AE02-29F4-0620-7CDAF5694312}"/>
          </ac:picMkLst>
        </pc:picChg>
        <pc:sldLayoutChg chg="addSp delSp modSp mod">
          <pc:chgData name="Leyla Erdan" userId="2fbd3797-24e7-4cfb-97ba-7ca44625f1fb" providerId="ADAL" clId="{E0F1C97C-E924-43CA-8954-8EE3AF21684B}" dt="2023-05-24T13:27:40.669" v="239" actId="167"/>
          <pc:sldLayoutMkLst>
            <pc:docMk/>
            <pc:sldMasterMk cId="4083994448" sldId="2147483745"/>
            <pc:sldLayoutMk cId="1212678955" sldId="2147483746"/>
          </pc:sldLayoutMkLst>
          <pc:picChg chg="add mod">
            <ac:chgData name="Leyla Erdan" userId="2fbd3797-24e7-4cfb-97ba-7ca44625f1fb" providerId="ADAL" clId="{E0F1C97C-E924-43CA-8954-8EE3AF21684B}" dt="2023-05-19T20:07:33.412" v="67" actId="1037"/>
            <ac:picMkLst>
              <pc:docMk/>
              <pc:sldMasterMk cId="4083994448" sldId="2147483745"/>
              <pc:sldLayoutMk cId="1212678955" sldId="2147483746"/>
              <ac:picMk id="3" creationId="{E6633C92-E509-101D-18DC-4B19F6E144CC}"/>
            </ac:picMkLst>
          </pc:picChg>
          <pc:picChg chg="del">
            <ac:chgData name="Leyla Erdan" userId="2fbd3797-24e7-4cfb-97ba-7ca44625f1fb" providerId="ADAL" clId="{E0F1C97C-E924-43CA-8954-8EE3AF21684B}" dt="2023-05-19T20:12:02.112" v="75" actId="478"/>
            <ac:picMkLst>
              <pc:docMk/>
              <pc:sldMasterMk cId="4083994448" sldId="2147483745"/>
              <pc:sldLayoutMk cId="1212678955" sldId="2147483746"/>
              <ac:picMk id="4" creationId="{2D7FD473-67D8-3EA8-9734-5B22035666AC}"/>
            </ac:picMkLst>
          </pc:picChg>
          <pc:picChg chg="add del mod ord">
            <ac:chgData name="Leyla Erdan" userId="2fbd3797-24e7-4cfb-97ba-7ca44625f1fb" providerId="ADAL" clId="{E0F1C97C-E924-43CA-8954-8EE3AF21684B}" dt="2023-05-24T13:09:07.773" v="130" actId="478"/>
            <ac:picMkLst>
              <pc:docMk/>
              <pc:sldMasterMk cId="4083994448" sldId="2147483745"/>
              <pc:sldLayoutMk cId="1212678955" sldId="2147483746"/>
              <ac:picMk id="4" creationId="{9C3DFE3B-6ED6-4B20-957A-31B95F3CEC16}"/>
            </ac:picMkLst>
          </pc:picChg>
          <pc:picChg chg="add del mod ord">
            <ac:chgData name="Leyla Erdan" userId="2fbd3797-24e7-4cfb-97ba-7ca44625f1fb" providerId="ADAL" clId="{E0F1C97C-E924-43CA-8954-8EE3AF21684B}" dt="2023-05-24T13:27:16.258" v="232" actId="478"/>
            <ac:picMkLst>
              <pc:docMk/>
              <pc:sldMasterMk cId="4083994448" sldId="2147483745"/>
              <pc:sldLayoutMk cId="1212678955" sldId="2147483746"/>
              <ac:picMk id="6" creationId="{D82FC2F1-6F5E-BB71-FACB-C956AA8671F4}"/>
            </ac:picMkLst>
          </pc:picChg>
          <pc:picChg chg="add del mod ord">
            <ac:chgData name="Leyla Erdan" userId="2fbd3797-24e7-4cfb-97ba-7ca44625f1fb" providerId="ADAL" clId="{E0F1C97C-E924-43CA-8954-8EE3AF21684B}" dt="2023-05-24T13:21:31.005" v="223" actId="478"/>
            <ac:picMkLst>
              <pc:docMk/>
              <pc:sldMasterMk cId="4083994448" sldId="2147483745"/>
              <pc:sldLayoutMk cId="1212678955" sldId="2147483746"/>
              <ac:picMk id="8" creationId="{F8A7E66E-D6D6-BB91-04AD-495E722DEF78}"/>
            </ac:picMkLst>
          </pc:picChg>
          <pc:picChg chg="add del mod">
            <ac:chgData name="Leyla Erdan" userId="2fbd3797-24e7-4cfb-97ba-7ca44625f1fb" providerId="ADAL" clId="{E0F1C97C-E924-43CA-8954-8EE3AF21684B}" dt="2023-05-24T13:27:14.043" v="231" actId="478"/>
            <ac:picMkLst>
              <pc:docMk/>
              <pc:sldMasterMk cId="4083994448" sldId="2147483745"/>
              <pc:sldLayoutMk cId="1212678955" sldId="2147483746"/>
              <ac:picMk id="10" creationId="{5BAD36C0-7D4A-BEE8-8AC9-86837391FCC3}"/>
            </ac:picMkLst>
          </pc:picChg>
          <pc:picChg chg="add del mod ord">
            <ac:chgData name="Leyla Erdan" userId="2fbd3797-24e7-4cfb-97ba-7ca44625f1fb" providerId="ADAL" clId="{E0F1C97C-E924-43CA-8954-8EE3AF21684B}" dt="2023-05-24T13:27:13.272" v="230" actId="478"/>
            <ac:picMkLst>
              <pc:docMk/>
              <pc:sldMasterMk cId="4083994448" sldId="2147483745"/>
              <pc:sldLayoutMk cId="1212678955" sldId="2147483746"/>
              <ac:picMk id="12" creationId="{FB091EF8-027C-3362-27B5-1E041782E23C}"/>
            </ac:picMkLst>
          </pc:picChg>
          <pc:picChg chg="add mod ord">
            <ac:chgData name="Leyla Erdan" userId="2fbd3797-24e7-4cfb-97ba-7ca44625f1fb" providerId="ADAL" clId="{E0F1C97C-E924-43CA-8954-8EE3AF21684B}" dt="2023-05-24T13:27:40.669" v="239" actId="167"/>
            <ac:picMkLst>
              <pc:docMk/>
              <pc:sldMasterMk cId="4083994448" sldId="2147483745"/>
              <pc:sldLayoutMk cId="1212678955" sldId="2147483746"/>
              <ac:picMk id="14" creationId="{A4DA2947-64AD-B34D-F780-4D67349250C1}"/>
            </ac:picMkLst>
          </pc:picChg>
          <pc:picChg chg="del mod">
            <ac:chgData name="Leyla Erdan" userId="2fbd3797-24e7-4cfb-97ba-7ca44625f1fb" providerId="ADAL" clId="{E0F1C97C-E924-43CA-8954-8EE3AF21684B}" dt="2023-05-19T20:12:00.019" v="74" actId="478"/>
            <ac:picMkLst>
              <pc:docMk/>
              <pc:sldMasterMk cId="4083994448" sldId="2147483745"/>
              <pc:sldLayoutMk cId="1212678955" sldId="2147483746"/>
              <ac:picMk id="15" creationId="{B949A6D7-F652-3B52-2DBF-502C6371A8BF}"/>
            </ac:picMkLst>
          </pc:picChg>
          <pc:picChg chg="del">
            <ac:chgData name="Leyla Erdan" userId="2fbd3797-24e7-4cfb-97ba-7ca44625f1fb" providerId="ADAL" clId="{E0F1C97C-E924-43CA-8954-8EE3AF21684B}" dt="2023-05-19T20:07:30.111" v="40" actId="478"/>
            <ac:picMkLst>
              <pc:docMk/>
              <pc:sldMasterMk cId="4083994448" sldId="2147483745"/>
              <pc:sldLayoutMk cId="1212678955" sldId="2147483746"/>
              <ac:picMk id="16" creationId="{0302289A-4A6D-EF58-286B-10BE2B1F954F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86919-A790-48FC-89B4-2A9173FC924B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933AE-70CA-4B3B-92F8-43FB387BE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3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49438-31F9-499F-A9C1-8DA377B66841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AA584-617E-4660-B1C9-6532A45DD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8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sky, bird&#10;&#10;Description automatically generated">
            <a:extLst>
              <a:ext uri="{FF2B5EF4-FFF2-40B4-BE49-F238E27FC236}">
                <a16:creationId xmlns:a16="http://schemas.microsoft.com/office/drawing/2014/main" id="{A4DA2947-64AD-B34D-F780-4D6734925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935" y="1"/>
            <a:ext cx="13127870" cy="685799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778687F-1EC9-4FD3-B4BD-C225B8D247FC}"/>
              </a:ext>
            </a:extLst>
          </p:cNvPr>
          <p:cNvSpPr txBox="1">
            <a:spLocks/>
          </p:cNvSpPr>
          <p:nvPr userDrawn="1"/>
        </p:nvSpPr>
        <p:spPr>
          <a:xfrm>
            <a:off x="474176" y="5196117"/>
            <a:ext cx="9144000" cy="104110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baseline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027EB4E-4197-7E88-295C-8B8A3A7E7D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176" y="3171808"/>
            <a:ext cx="9144000" cy="1041103"/>
          </a:xfrm>
          <a:prstGeom prst="rect">
            <a:avLst/>
          </a:prstGeom>
        </p:spPr>
        <p:txBody>
          <a:bodyPr anchor="b"/>
          <a:lstStyle>
            <a:lvl1pPr algn="l">
              <a:defRPr sz="4400" baseline="0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fr-CA" dirty="0"/>
              <a:t>PRESENTATION TITLE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FD03744-6193-7E85-AC26-4470F425D5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4176" y="5069690"/>
            <a:ext cx="9144000" cy="13061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</a:lstStyle>
          <a:p>
            <a:pPr lvl="0"/>
            <a:r>
              <a:rPr lang="en-CA" dirty="0"/>
              <a:t>Name</a:t>
            </a:r>
          </a:p>
          <a:p>
            <a:pPr lvl="0"/>
            <a:r>
              <a:rPr lang="en-CA" dirty="0"/>
              <a:t>Job title</a:t>
            </a:r>
          </a:p>
          <a:p>
            <a:pPr lvl="0"/>
            <a:r>
              <a:rPr lang="en-CA" dirty="0"/>
              <a:t>Company name</a:t>
            </a:r>
          </a:p>
        </p:txBody>
      </p:sp>
      <p:pic>
        <p:nvPicPr>
          <p:cNvPr id="3" name="Picture 2" descr="A black and white sign with white text&#10;&#10;Description automatically generated with low confidence">
            <a:extLst>
              <a:ext uri="{FF2B5EF4-FFF2-40B4-BE49-F238E27FC236}">
                <a16:creationId xmlns:a16="http://schemas.microsoft.com/office/drawing/2014/main" id="{E6633C92-E509-101D-18DC-4B19F6E144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3" y="559888"/>
            <a:ext cx="3615848" cy="192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7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52140" y="1485900"/>
            <a:ext cx="10515600" cy="46910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807190" y="861075"/>
            <a:ext cx="38481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fld id="{0704FF88-3403-497E-B416-9966E83195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752139" y="463682"/>
            <a:ext cx="10515600" cy="5773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aseline="0">
                <a:solidFill>
                  <a:srgbClr val="0184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CA" dirty="0"/>
              <a:t>TITLE SHOULD BE IN CAPS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76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52140" y="1485900"/>
            <a:ext cx="10515600" cy="46910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807190" y="861075"/>
            <a:ext cx="38481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fld id="{0704FF88-3403-497E-B416-9966E83195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752139" y="463682"/>
            <a:ext cx="10515600" cy="5773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aseline="0">
                <a:solidFill>
                  <a:srgbClr val="0184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CA" dirty="0"/>
              <a:t>TITLE SHOULD BE IN CAPS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9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BE873-56BC-484D-9B5B-E7E8485D436D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4FF88-3403-497E-B416-9966E83195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807190" y="738536"/>
            <a:ext cx="384810" cy="610204"/>
          </a:xfrm>
          <a:prstGeom prst="rect">
            <a:avLst/>
          </a:prstGeom>
          <a:solidFill>
            <a:srgbClr val="018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yriad Pro" panose="020B050303040302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38200" y="894038"/>
            <a:ext cx="129636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11807190" y="738536"/>
            <a:ext cx="384810" cy="610204"/>
          </a:xfrm>
          <a:prstGeom prst="rect">
            <a:avLst/>
          </a:prstGeom>
          <a:solidFill>
            <a:srgbClr val="018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yriad Pro" panose="020B0503030403020204" pitchFamily="34" charset="0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838200" y="894038"/>
            <a:ext cx="129636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green text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598291AF-9F8C-406D-46F1-8108A49E7F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954" y="6197103"/>
            <a:ext cx="983664" cy="52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9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3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baseline="0" dirty="0">
          <a:solidFill>
            <a:srgbClr val="0184BF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800" kern="1200" dirty="0" smtClean="0">
          <a:solidFill>
            <a:schemeClr val="tx1">
              <a:lumMod val="65000"/>
              <a:lumOff val="3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lang="en-US" sz="2400" kern="1200" dirty="0" smtClean="0">
          <a:solidFill>
            <a:schemeClr val="tx1">
              <a:lumMod val="65000"/>
              <a:lumOff val="3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2000" kern="1200" dirty="0" smtClean="0">
          <a:solidFill>
            <a:schemeClr val="tx1">
              <a:lumMod val="65000"/>
              <a:lumOff val="3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42B90-5535-46C9-9B9A-9660E5E20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115" y="2042980"/>
            <a:ext cx="11530698" cy="257529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Experience with Hypersim on developing Digital Twins of modern power grids</a:t>
            </a:r>
            <a:endParaRPr lang="en-US" sz="4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E42B90-5535-46C9-9B9A-9660E5E20BB0}"/>
              </a:ext>
            </a:extLst>
          </p:cNvPr>
          <p:cNvSpPr txBox="1">
            <a:spLocks/>
          </p:cNvSpPr>
          <p:nvPr/>
        </p:nvSpPr>
        <p:spPr>
          <a:xfrm>
            <a:off x="499115" y="4975654"/>
            <a:ext cx="9144000" cy="128607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baseline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2400"/>
              <a:t>Vinícius Albernaz Lacerda</a:t>
            </a:r>
            <a:endParaRPr lang="en-US" sz="2400" dirty="0"/>
          </a:p>
          <a:p>
            <a:r>
              <a:rPr lang="en-US" sz="2400">
                <a:latin typeface="Myriad Pro"/>
              </a:rPr>
              <a:t>Lecturer</a:t>
            </a:r>
            <a:endParaRPr lang="en-US" sz="2400" dirty="0">
              <a:latin typeface="Myriad Pro"/>
            </a:endParaRPr>
          </a:p>
          <a:p>
            <a:r>
              <a:rPr lang="en-US" sz="2400"/>
              <a:t>CITCEA-UPC, Polytechnic University of Catalonia, Barcelona, Spain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677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2140" y="1485900"/>
            <a:ext cx="10730326" cy="46910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The energy transition is transforming the way we used to control, operate, protect, measure and simulate power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The slow electromechanical dynamics now are being replaced by fast electromagnetic dynamics.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In such a fast-paced context, power grids require a substantial improvement in real-time operation and short-term planning.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The HP2C-DT project aims to tackle those challenges.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4FF88-3403-497E-B416-9966E831953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5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2140" y="1485900"/>
            <a:ext cx="10730326" cy="46910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The energy transition is transforming the way we used to control, operate, protect, measure and simulate power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The slow electromechanical dynamics now are being replaced by fast electromagnetic dynamics.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In such a fast-paced context, power grids require a substantial improvement in real-time operation and short-term planning.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The HP2C-DT project aims to tackle those challenges.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4FF88-3403-497E-B416-9966E831953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HP2C-DT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80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2140" y="1825625"/>
            <a:ext cx="4503601" cy="4351338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Helping the world build better products</a:t>
            </a:r>
          </a:p>
          <a:p>
            <a:endParaRPr lang="en-US" dirty="0"/>
          </a:p>
          <a:p>
            <a:r>
              <a:rPr lang="en-US" sz="2000" dirty="0"/>
              <a:t>OPAL-RT believes in empowering engineers and researchers with accessible, cutting-edge, real-time simulation technology in order to accelerate the availability of greater products and more reliable energy transmission.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4FF88-3403-497E-B416-9966E831953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SLIDE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4D1CDE-3585-44D5-90F0-7EE002F8F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709" y="2112975"/>
            <a:ext cx="6020640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2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4FF88-3403-497E-B416-9966E831953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SLIDE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E27A68F-0EA0-4CB1-80F6-E479C37E2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2548" y="2017057"/>
            <a:ext cx="11404642" cy="3325907"/>
          </a:xfrm>
        </p:spPr>
      </p:pic>
    </p:spTree>
    <p:extLst>
      <p:ext uri="{BB962C8B-B14F-4D97-AF65-F5344CB8AC3E}">
        <p14:creationId xmlns:p14="http://schemas.microsoft.com/office/powerpoint/2010/main" val="1358979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4FF88-3403-497E-B416-9966E831953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SLIDE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E27A68F-0EA0-4CB1-80F6-E479C37E2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102" y="2017057"/>
            <a:ext cx="11331534" cy="3325907"/>
          </a:xfrm>
        </p:spPr>
      </p:pic>
    </p:spTree>
    <p:extLst>
      <p:ext uri="{BB962C8B-B14F-4D97-AF65-F5344CB8AC3E}">
        <p14:creationId xmlns:p14="http://schemas.microsoft.com/office/powerpoint/2010/main" val="310632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2140" y="1226200"/>
            <a:ext cx="5486614" cy="49507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 a high-information content data set avoiding curse-of-dimensionality: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Explore the entire operating space of the system (different operating points, different converters’ control modes, etc.)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Select a limited number of significative samples, by the Latin Hypercube Sampling strategy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Orient sampling towards the stability margin of the system, by the use of the Entropy function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 Sequential algorithm for efficient data set generation</a:t>
            </a:r>
            <a:endParaRPr lang="en-US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4FF88-3403-497E-B416-9966E831953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Generation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019A08-B9D6-4E3D-AB2F-F6CDDB6AC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41831" y="270639"/>
            <a:ext cx="4867954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8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4FF88-3403-497E-B416-9966E831953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Generation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F7AD4383-DA0A-413D-95D5-72413BF94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0907" y="1038000"/>
            <a:ext cx="7986529" cy="544082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71102B-6E7A-4972-A693-E06441E7CDF7}"/>
              </a:ext>
            </a:extLst>
          </p:cNvPr>
          <p:cNvSpPr txBox="1"/>
          <p:nvPr/>
        </p:nvSpPr>
        <p:spPr>
          <a:xfrm>
            <a:off x="9476250" y="5325035"/>
            <a:ext cx="1784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 Parallelizable task</a:t>
            </a:r>
          </a:p>
        </p:txBody>
      </p:sp>
    </p:spTree>
    <p:extLst>
      <p:ext uri="{BB962C8B-B14F-4D97-AF65-F5344CB8AC3E}">
        <p14:creationId xmlns:p14="http://schemas.microsoft.com/office/powerpoint/2010/main" val="14001662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Template_Corpo_2020">
  <a:themeElements>
    <a:clrScheme name="OPAL-RT">
      <a:dk1>
        <a:srgbClr val="413E3E"/>
      </a:dk1>
      <a:lt1>
        <a:srgbClr val="FFFFFF"/>
      </a:lt1>
      <a:dk2>
        <a:srgbClr val="413E3E"/>
      </a:dk2>
      <a:lt2>
        <a:srgbClr val="9B9797"/>
      </a:lt2>
      <a:accent1>
        <a:srgbClr val="00639C"/>
      </a:accent1>
      <a:accent2>
        <a:srgbClr val="339FD0"/>
      </a:accent2>
      <a:accent3>
        <a:srgbClr val="29C3EC"/>
      </a:accent3>
      <a:accent4>
        <a:srgbClr val="6193BA"/>
      </a:accent4>
      <a:accent5>
        <a:srgbClr val="FF8200"/>
      </a:accent5>
      <a:accent6>
        <a:srgbClr val="70AD47"/>
      </a:accent6>
      <a:hlink>
        <a:srgbClr val="04478A"/>
      </a:hlink>
      <a:folHlink>
        <a:srgbClr val="7C0202"/>
      </a:folHlink>
    </a:clrScheme>
    <a:fontScheme name="OPEN SANS - OPAL-R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Corpo_2020" id="{E1F1DAF9-BBE8-42E5-9E22-F01C153888DF}" vid="{4D6DCCE3-0F06-49AD-B3ED-93B31BA7F8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31DD6DBA28349A2A84272828217D0" ma:contentTypeVersion="42" ma:contentTypeDescription="Create a new document." ma:contentTypeScope="" ma:versionID="92647f64a477465a2b2adaf0f4d2879d">
  <xsd:schema xmlns:xsd="http://www.w3.org/2001/XMLSchema" xmlns:xs="http://www.w3.org/2001/XMLSchema" xmlns:p="http://schemas.microsoft.com/office/2006/metadata/properties" xmlns:ns2="c246705f-7598-4b7f-97e6-79f30def3ad2" xmlns:ns3="b9f01542-2f8b-4084-95f0-c817f543c03c" xmlns:ns4="ce22e558-7627-4554-96b3-d5c9577b6419" xmlns:ns5="f910abe7-427a-464d-bde1-aace381d68e0" targetNamespace="http://schemas.microsoft.com/office/2006/metadata/properties" ma:root="true" ma:fieldsID="51129217c060ccd50e7c4dfdd75e4547" ns2:_="" ns3:_="" ns4:_="" ns5:_="">
    <xsd:import namespace="c246705f-7598-4b7f-97e6-79f30def3ad2"/>
    <xsd:import namespace="b9f01542-2f8b-4084-95f0-c817f543c03c"/>
    <xsd:import namespace="ce22e558-7627-4554-96b3-d5c9577b6419"/>
    <xsd:import namespace="f910abe7-427a-464d-bde1-aace381d68e0"/>
    <xsd:element name="properties">
      <xsd:complexType>
        <xsd:sequence>
          <xsd:element name="documentManagement">
            <xsd:complexType>
              <xsd:all>
                <xsd:element ref="ns2:opal_description" minOccurs="0"/>
                <xsd:element ref="ns3:Illustration" minOccurs="0"/>
                <xsd:element ref="ns2:opal_versionDate" minOccurs="0"/>
                <xsd:element ref="ns2:opal_author" minOccurs="0"/>
                <xsd:element ref="ns2:opal_PRI" minOccurs="0"/>
                <xsd:element ref="ns4:opal_PRIWEB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4:ddb9d78b1c4d4c419e5c5c15aa894d41" minOccurs="0"/>
                <xsd:element ref="ns4:afb215759fbf4ca7a19a211efba54158" minOccurs="0"/>
                <xsd:element ref="ns4:d4a2b4efcfb744d8b953e373169be29f" minOccurs="0"/>
                <xsd:element ref="ns4:nc6547d1c82c43df87e8900730ea9176" minOccurs="0"/>
                <xsd:element ref="ns4:h57e3a4460d34bc3b17b237276995345" minOccurs="0"/>
                <xsd:element ref="ns2:TaxCatchAll" minOccurs="0"/>
                <xsd:element ref="ns4:opal_confid" minOccurs="0"/>
                <xsd:element ref="ns4:opal_approval_status" minOccurs="0"/>
                <xsd:element ref="ns3:MediaServiceMetadata" minOccurs="0"/>
                <xsd:element ref="ns5:opal_sourceFileInfo" minOccurs="0"/>
                <xsd:element ref="ns3:MediaServiceFastMetadata" minOccurs="0"/>
                <xsd:element ref="ns3:MediaServiceAutoTags" minOccurs="0"/>
                <xsd:element ref="ns2:opal_documentNumber" minOccurs="0"/>
                <xsd:element ref="ns3:MediaServiceGenerationTime" minOccurs="0"/>
                <xsd:element ref="ns3:MediaServiceEventHashCode" minOccurs="0"/>
                <xsd:element ref="ns3:Publication" minOccurs="0"/>
                <xsd:element ref="ns3:previousApprovalProcessStatus" minOccurs="0"/>
                <xsd:element ref="ns3:MediaLengthInSeconds" minOccurs="0"/>
                <xsd:element ref="ns3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46705f-7598-4b7f-97e6-79f30def3ad2" elementFormDefault="qualified">
    <xsd:import namespace="http://schemas.microsoft.com/office/2006/documentManagement/types"/>
    <xsd:import namespace="http://schemas.microsoft.com/office/infopath/2007/PartnerControls"/>
    <xsd:element name="opal_description" ma:index="2" nillable="true" ma:displayName="Description" ma:description="Décrire en détail le document" ma:format="Dropdown" ma:internalName="opal_description" ma:readOnly="false">
      <xsd:simpleType>
        <xsd:restriction base="dms:Note"/>
      </xsd:simpleType>
    </xsd:element>
    <xsd:element name="opal_versionDate" ma:index="9" nillable="true" ma:displayName="Version date" ma:format="DateOnly" ma:internalName="opal_versionDate" ma:readOnly="false">
      <xsd:simpleType>
        <xsd:restriction base="dms:DateTime"/>
      </xsd:simpleType>
    </xsd:element>
    <xsd:element name="opal_author" ma:index="10" nillable="true" ma:displayName="Author" ma:description="Inscrire le ou les auteurs du document" ma:internalName="opal_author" ma:readOnly="false">
      <xsd:simpleType>
        <xsd:restriction base="dms:Text">
          <xsd:maxLength value="255"/>
        </xsd:restriction>
      </xsd:simpleType>
    </xsd:element>
    <xsd:element name="opal_PRI" ma:index="11" nillable="true" ma:displayName="PRI" ma:decimals="0" ma:default="0" ma:description="Ordre de priorité pour l'affichage dans le HUB&#10;0=Low- 1000=High" ma:internalName="opal_PRI" ma:readOnly="false" ma:percentage="FALSE">
      <xsd:simpleType>
        <xsd:restriction base="dms:Number">
          <xsd:maxInclusive value="1000"/>
          <xsd:minInclusive value="0"/>
        </xsd:restriction>
      </xsd:simpleType>
    </xsd:element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6" nillable="true" ma:displayName="Taxonomy Catch All Column" ma:hidden="true" ma:list="{38a906a1-94d4-4658-82ba-080c6792e47b}" ma:internalName="TaxCatchAll" ma:readOnly="false" ma:showField="CatchAllData" ma:web="c246705f-7598-4b7f-97e6-79f30def3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pal_documentNumber" ma:index="37" nillable="true" ma:displayName="Document No" ma:description="Contient le no unique du document / Contains the unique document ID" ma:hidden="true" ma:internalName="opal_documentNumber" ma:readOnly="false">
      <xsd:simpleType>
        <xsd:restriction base="dms:Text">
          <xsd:maxLength value="14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f01542-2f8b-4084-95f0-c817f543c03c" elementFormDefault="qualified">
    <xsd:import namespace="http://schemas.microsoft.com/office/2006/documentManagement/types"/>
    <xsd:import namespace="http://schemas.microsoft.com/office/infopath/2007/PartnerControls"/>
    <xsd:element name="Illustration" ma:index="3" nillable="true" ma:displayName="Illustration" ma:format="Thumbnail" ma:internalName="Illustration" ma:readOnly="fals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description="" ma:hidden="true" ma:internalName="MediaServiceKeyPoints" ma:readOnly="true">
      <xsd:simpleType>
        <xsd:restriction base="dms:Note"/>
      </xsd:simpleType>
    </xsd:element>
    <xsd:element name="MediaServiceLocation" ma:index="19" nillable="true" ma:displayName="Location" ma:hidden="true" ma:internalName="MediaServiceLocation" ma:readOnly="true">
      <xsd:simpleType>
        <xsd:restriction base="dms:Text"/>
      </xsd:simpleType>
    </xsd:element>
    <xsd:element name="MediaServiceMetadata" ma:index="3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5" nillable="true" ma:displayName="Tags" ma:hidden="true" ma:internalName="MediaServiceAutoTags" ma:readOnly="true">
      <xsd:simpleType>
        <xsd:restriction base="dms:Text"/>
      </xsd:simpleType>
    </xsd:element>
    <xsd:element name="MediaServiceGenerationTime" ma:index="3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9" nillable="true" ma:displayName="MediaServiceEventHashCode" ma:hidden="true" ma:internalName="MediaServiceEventHashCode" ma:readOnly="true">
      <xsd:simpleType>
        <xsd:restriction base="dms:Text"/>
      </xsd:simpleType>
    </xsd:element>
    <xsd:element name="Publication" ma:index="40" nillable="true" ma:displayName="Action" ma:format="Dropdown" ma:hidden="true" ma:internalName="Publication" ma:readOnly="false">
      <xsd:simpleType>
        <xsd:restriction base="dms:Text">
          <xsd:maxLength value="255"/>
        </xsd:restriction>
      </xsd:simpleType>
    </xsd:element>
    <xsd:element name="previousApprovalProcessStatus" ma:index="41" nillable="true" ma:displayName="previousApprovalProcessStatus" ma:hidden="true" ma:internalName="previousApprovalProcessStatus" ma:readOnly="false">
      <xsd:simpleType>
        <xsd:restriction base="dms:Text">
          <xsd:maxLength value="255"/>
        </xsd:restriction>
      </xsd:simpleType>
    </xsd:element>
    <xsd:element name="MediaLengthInSeconds" ma:index="4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45" nillable="true" ma:taxonomy="true" ma:internalName="lcf76f155ced4ddcb4097134ff3c332f" ma:taxonomyFieldName="MediaServiceImageTags" ma:displayName="Image Tags" ma:readOnly="false" ma:fieldId="{5cf76f15-5ced-4ddc-b409-7134ff3c332f}" ma:taxonomyMulti="true" ma:sspId="ae509f12-8799-4446-b6d6-eb4767365d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22e558-7627-4554-96b3-d5c9577b6419" elementFormDefault="qualified">
    <xsd:import namespace="http://schemas.microsoft.com/office/2006/documentManagement/types"/>
    <xsd:import namespace="http://schemas.microsoft.com/office/infopath/2007/PartnerControls"/>
    <xsd:element name="opal_PRIWEB" ma:index="12" nillable="true" ma:displayName="PRI WEB" ma:default="5" ma:description="Le numéro correspond au nombre d'étoile / The number corresponds to the number of stars" ma:format="Dropdown" ma:internalName="opal_PRIWEB" ma:readOnly="false">
      <xsd:simpleType>
        <xsd:restriction base="dms:Choice">
          <xsd:enumeration value="1"/>
          <xsd:enumeration value="2"/>
          <xsd:enumeration value="3"/>
          <xsd:enumeration value="4"/>
          <xsd:enumeration value="5"/>
        </xsd:restriction>
      </xsd:simpleType>
    </xsd:element>
    <xsd:element name="ddb9d78b1c4d4c419e5c5c15aa894d41" ma:index="20" nillable="true" ma:taxonomy="true" ma:internalName="ddb9d78b1c4d4c419e5c5c15aa894d41" ma:taxonomyFieldName="opal_simulationType" ma:displayName="Simulation type" ma:readOnly="false" ma:default="" ma:fieldId="{ddb9d78b-1c4d-4c41-9e5c-5c15aa894d41}" ma:taxonomyMulti="true" ma:sspId="ae509f12-8799-4446-b6d6-eb4767365dcb" ma:termSetId="fa915f39-b529-4a77-87a4-97b06e96160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fb215759fbf4ca7a19a211efba54158" ma:index="21" nillable="true" ma:taxonomy="true" ma:internalName="afb215759fbf4ca7a19a211efba54158" ma:taxonomyFieldName="opal_industry" ma:displayName="Industry" ma:readOnly="false" ma:default="" ma:fieldId="{afb21575-9fbf-4ca7-a19a-211efba54158}" ma:taxonomyMulti="true" ma:sspId="ae509f12-8799-4446-b6d6-eb4767365dcb" ma:termSetId="3becdc6d-8bbd-4870-a15b-16383602bf3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4a2b4efcfb744d8b953e373169be29f" ma:index="22" nillable="true" ma:taxonomy="true" ma:internalName="d4a2b4efcfb744d8b953e373169be29f" ma:taxonomyFieldName="opal_applicationType" ma:displayName="Application Type" ma:readOnly="false" ma:default="" ma:fieldId="{d4a2b4ef-cfb7-44d8-b953-e373169be29f}" ma:taxonomyMulti="true" ma:sspId="ae509f12-8799-4446-b6d6-eb4767365dcb" ma:termSetId="afe43b2e-5206-48c4-92d4-56ec6479229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c6547d1c82c43df87e8900730ea9176" ma:index="23" nillable="true" ma:taxonomy="true" ma:internalName="nc6547d1c82c43df87e8900730ea9176" ma:taxonomyFieldName="opal_relatedProducts" ma:displayName="Related Products" ma:readOnly="false" ma:default="" ma:fieldId="{7c6547d1-c82c-43df-87e8-900730ea9176}" ma:taxonomyMulti="true" ma:sspId="ae509f12-8799-4446-b6d6-eb4767365dcb" ma:termSetId="dcb76c2e-b283-4cce-8403-f06c20d9904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57e3a4460d34bc3b17b237276995345" ma:index="24" nillable="true" ma:taxonomy="true" ma:internalName="h57e3a4460d34bc3b17b237276995345" ma:taxonomyFieldName="opal_documentType" ma:displayName="Document type" ma:readOnly="false" ma:default="" ma:fieldId="{157e3a44-60d3-4bc3-b17b-237276995345}" ma:sspId="ae509f12-8799-4446-b6d6-eb4767365dcb" ma:termSetId="fcd1c367-9a0a-465e-8dd6-7d942de518b8" ma:anchorId="d8c6b390-f1e9-4672-925a-4f47e6ac446d" ma:open="false" ma:isKeyword="false">
      <xsd:complexType>
        <xsd:sequence>
          <xsd:element ref="pc:Terms" minOccurs="0" maxOccurs="1"/>
        </xsd:sequence>
      </xsd:complexType>
    </xsd:element>
    <xsd:element name="opal_confid" ma:index="27" nillable="true" ma:displayName="Confidentiality" ma:format="Dropdown" ma:hidden="true" ma:internalName="opal_confid" ma:readOnly="false">
      <xsd:simpleType>
        <xsd:restriction base="dms:Choice">
          <xsd:enumeration value="Confidential"/>
          <xsd:enumeration value="Internal"/>
          <xsd:enumeration value="Public - Logged in visitors"/>
          <xsd:enumeration value="Public - All visitors"/>
        </xsd:restriction>
      </xsd:simpleType>
    </xsd:element>
    <xsd:element name="opal_approval_status" ma:index="28" nillable="true" ma:displayName="Approval Process Status" ma:hidden="true" ma:internalName="opal_approval_status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0abe7-427a-464d-bde1-aace381d68e0" elementFormDefault="qualified">
    <xsd:import namespace="http://schemas.microsoft.com/office/2006/documentManagement/types"/>
    <xsd:import namespace="http://schemas.microsoft.com/office/infopath/2007/PartnerControls"/>
    <xsd:element name="opal_sourceFileInfo" ma:index="33" nillable="true" ma:displayName="opal_sourceFileInfo" ma:hidden="true" ma:internalName="opal_sourceFileInfo" ma:readOnly="fals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pal_documentNumber xmlns="c246705f-7598-4b7f-97e6-79f30def3ad2" xsi:nil="true"/>
    <Illustration xmlns="b9f01542-2f8b-4084-95f0-c817f543c03c" xsi:nil="true"/>
    <nc6547d1c82c43df87e8900730ea9176 xmlns="ce22e558-7627-4554-96b3-d5c9577b6419">
      <Terms xmlns="http://schemas.microsoft.com/office/infopath/2007/PartnerControls"/>
    </nc6547d1c82c43df87e8900730ea9176>
    <TaxCatchAll xmlns="c246705f-7598-4b7f-97e6-79f30def3ad2" xsi:nil="true"/>
    <Publication xmlns="b9f01542-2f8b-4084-95f0-c817f543c03c" xsi:nil="true"/>
    <opal_sourceFileInfo xmlns="f910abe7-427a-464d-bde1-aace381d68e0" xsi:nil="true"/>
    <opal_versionDate xmlns="c246705f-7598-4b7f-97e6-79f30def3ad2" xsi:nil="true"/>
    <d4a2b4efcfb744d8b953e373169be29f xmlns="ce22e558-7627-4554-96b3-d5c9577b6419">
      <Terms xmlns="http://schemas.microsoft.com/office/infopath/2007/PartnerControls"/>
    </d4a2b4efcfb744d8b953e373169be29f>
    <h57e3a4460d34bc3b17b237276995345 xmlns="ce22e558-7627-4554-96b3-d5c9577b6419">
      <Terms xmlns="http://schemas.microsoft.com/office/infopath/2007/PartnerControls"/>
    </h57e3a4460d34bc3b17b237276995345>
    <opal_approval_status xmlns="ce22e558-7627-4554-96b3-d5c9577b6419" xsi:nil="true"/>
    <opal_PRIWEB xmlns="ce22e558-7627-4554-96b3-d5c9577b6419">5</opal_PRIWEB>
    <ddb9d78b1c4d4c419e5c5c15aa894d41 xmlns="ce22e558-7627-4554-96b3-d5c9577b6419">
      <Terms xmlns="http://schemas.microsoft.com/office/infopath/2007/PartnerControls"/>
    </ddb9d78b1c4d4c419e5c5c15aa894d41>
    <opal_PRI xmlns="c246705f-7598-4b7f-97e6-79f30def3ad2">0</opal_PRI>
    <opal_author xmlns="c246705f-7598-4b7f-97e6-79f30def3ad2" xsi:nil="true"/>
    <opal_confid xmlns="ce22e558-7627-4554-96b3-d5c9577b6419" xsi:nil="true"/>
    <previousApprovalProcessStatus xmlns="b9f01542-2f8b-4084-95f0-c817f543c03c" xsi:nil="true"/>
    <opal_description xmlns="c246705f-7598-4b7f-97e6-79f30def3ad2" xsi:nil="true"/>
    <afb215759fbf4ca7a19a211efba54158 xmlns="ce22e558-7627-4554-96b3-d5c9577b6419">
      <Terms xmlns="http://schemas.microsoft.com/office/infopath/2007/PartnerControls"/>
    </afb215759fbf4ca7a19a211efba54158>
    <lcf76f155ced4ddcb4097134ff3c332f xmlns="b9f01542-2f8b-4084-95f0-c817f543c03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B214418-CA22-485D-BEC9-F3CA34F008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46705f-7598-4b7f-97e6-79f30def3ad2"/>
    <ds:schemaRef ds:uri="b9f01542-2f8b-4084-95f0-c817f543c03c"/>
    <ds:schemaRef ds:uri="ce22e558-7627-4554-96b3-d5c9577b6419"/>
    <ds:schemaRef ds:uri="f910abe7-427a-464d-bde1-aace381d68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352579-5077-49F6-BE44-87C056CADC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13B1C2-CB99-41CE-B998-7B40A888F1BD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c246705f-7598-4b7f-97e6-79f30def3ad2"/>
    <ds:schemaRef ds:uri="http://purl.org/dc/terms/"/>
    <ds:schemaRef ds:uri="b9f01542-2f8b-4084-95f0-c817f543c03c"/>
    <ds:schemaRef ds:uri="http://schemas.openxmlformats.org/package/2006/metadata/core-properties"/>
    <ds:schemaRef ds:uri="http://www.w3.org/XML/1998/namespace"/>
    <ds:schemaRef ds:uri="http://purl.org/dc/elements/1.1/"/>
    <ds:schemaRef ds:uri="ce22e558-7627-4554-96b3-d5c9577b6419"/>
    <ds:schemaRef ds:uri="f910abe7-427a-464d-bde1-aace381d68e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280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Myriad Pro</vt:lpstr>
      <vt:lpstr>Open Sans</vt:lpstr>
      <vt:lpstr>Wingdings</vt:lpstr>
      <vt:lpstr>Presentation_Template_Corpo_2020</vt:lpstr>
      <vt:lpstr>Experience with Hypersim on developing Digital Twins of modern power grids</vt:lpstr>
      <vt:lpstr>INTRODUCTION</vt:lpstr>
      <vt:lpstr>THE HP2C-DT PROJECT</vt:lpstr>
      <vt:lpstr>EXAMPLE SLIDE</vt:lpstr>
      <vt:lpstr>EXAMPLE SLIDE</vt:lpstr>
      <vt:lpstr>EXAMPLE SLIDE</vt:lpstr>
      <vt:lpstr>Data Generation</vt:lpstr>
      <vt:lpstr>Data Generation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Leyla Erdan</dc:creator>
  <cp:lastModifiedBy>Francesca</cp:lastModifiedBy>
  <cp:revision>23</cp:revision>
  <dcterms:created xsi:type="dcterms:W3CDTF">2020-03-24T20:24:18Z</dcterms:created>
  <dcterms:modified xsi:type="dcterms:W3CDTF">2023-10-11T15:47:07Z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0x010100B6331DD6DBA28349A2A84272828217D0</vt:lpwstr>
  </property>
  <property fmtid="{D5CDD505-2E9C-101B-9397-08002B2CF9AE}" pid="3" name="opal_documentType">
    <vt:lpwstr/>
  </property>
  <property fmtid="{D5CDD505-2E9C-101B-9397-08002B2CF9AE}" pid="4" name="opal_applicationType">
    <vt:lpwstr/>
  </property>
  <property fmtid="{D5CDD505-2E9C-101B-9397-08002B2CF9AE}" pid="5" name="opal_simulationType">
    <vt:lpwstr/>
  </property>
  <property fmtid="{D5CDD505-2E9C-101B-9397-08002B2CF9AE}" pid="6" name="opal_relatedProducts">
    <vt:lpwstr/>
  </property>
  <property fmtid="{D5CDD505-2E9C-101B-9397-08002B2CF9AE}" pid="7" name="opal_industry">
    <vt:lpwstr/>
  </property>
  <property fmtid="{D5CDD505-2E9C-101B-9397-08002B2CF9AE}" pid="8" name="MediaServiceImageTags">
    <vt:lpwstr/>
  </property>
</Properties>
</file>