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9F00A-B4B5-4B5F-88EF-DA2D21753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C798E8-D64D-435C-A4B6-8D9A6148B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9AD5E-3705-4FD7-A871-F4E1356E5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FC01-A2D4-4B1B-AE47-AEF386C7A1B6}" type="datetimeFigureOut">
              <a:rPr lang="it-IT" smtClean="0"/>
              <a:t>06/11/2024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1C3C0-5A21-46AD-AA47-A77905190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CB847-746B-4304-879F-CB49F793B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EAF03-9003-40C0-BE92-A433414ED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1806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8BF9A-761E-44DF-B859-C241F6A74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A48F2-256C-4843-9674-DA62AE269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43DC0-6545-40F7-8EC4-3103F1572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FC01-A2D4-4B1B-AE47-AEF386C7A1B6}" type="datetimeFigureOut">
              <a:rPr lang="it-IT" smtClean="0"/>
              <a:t>06/11/2024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DDB01-A7A6-47D6-B2A8-48D9D688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2BAB3-34DE-4D72-AFCB-8ECE5EEC1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EAF03-9003-40C0-BE92-A433414ED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07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CBD56-EAED-4122-A0A7-3427B5FD9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A7CE9-AA00-46F8-BC68-738DF7F13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14859-E666-495B-9A00-862C3DE61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FC01-A2D4-4B1B-AE47-AEF386C7A1B6}" type="datetimeFigureOut">
              <a:rPr lang="it-IT" smtClean="0"/>
              <a:t>06/11/2024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3FF18-6C2A-41D6-9B14-5505C95E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494EC-8484-44CA-9309-C40CBE09B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EAF03-9003-40C0-BE92-A433414ED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9526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C7730-0C8E-40F3-8AED-27B0641FC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270F7-2B62-4A0B-A76B-BB9BB197C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64CE64-5EDC-42C2-AB9D-B3B503B58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EB613-559D-4E63-92BA-2603282C3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FC01-A2D4-4B1B-AE47-AEF386C7A1B6}" type="datetimeFigureOut">
              <a:rPr lang="it-IT" smtClean="0"/>
              <a:t>06/11/2024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AD33E-98E1-471B-BE50-F7AA1B56B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720B2-711E-4097-9D87-F247F020F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EAF03-9003-40C0-BE92-A433414ED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2069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DD061-E44E-48A5-A954-29B77948B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E4EF8-9725-4DC9-834E-8E785FF2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C6AC3D-3C21-4451-AA11-07BEADD1C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406CDC-2271-4F0A-88C1-6B839E6AB1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5A84AF-7C40-4EB8-93C8-BD80868FDC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70A05A-A846-486F-BB6C-A32BCB195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FC01-A2D4-4B1B-AE47-AEF386C7A1B6}" type="datetimeFigureOut">
              <a:rPr lang="it-IT" smtClean="0"/>
              <a:t>06/11/2024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3CD5A5-526B-4DE6-9775-688992A7A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2F2BCD-43D6-49AD-86A7-A5BD9A5F1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EAF03-9003-40C0-BE92-A433414ED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9129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4550-6B8E-4A89-93E4-59E6C5DFE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5BD867-E935-4986-A8D1-196D5D87F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FC01-A2D4-4B1B-AE47-AEF386C7A1B6}" type="datetimeFigureOut">
              <a:rPr lang="it-IT" smtClean="0"/>
              <a:t>06/11/2024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6BE2E-EAA2-4A51-87F9-FA0A2C9F0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488B4B-B2D9-4BE4-93FF-9DF264C6D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EAF03-9003-40C0-BE92-A433414ED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2068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DB3ECC-9A43-4768-B72A-2136C82A7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FC01-A2D4-4B1B-AE47-AEF386C7A1B6}" type="datetimeFigureOut">
              <a:rPr lang="it-IT" smtClean="0"/>
              <a:t>06/11/2024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95BC92-4ACA-4A0F-8261-C5D68B6A9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10D21-2E6F-4A5E-A120-5ABE75E76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EAF03-9003-40C0-BE92-A433414ED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9306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88786-6880-47F2-BD69-A56A2562D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8CDA6-5F2C-4668-A761-17A0CA7AA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F7053E-91B7-48DA-9E45-EE5FFDFA7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394BB-00BF-4DF0-9D2E-818D56277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FC01-A2D4-4B1B-AE47-AEF386C7A1B6}" type="datetimeFigureOut">
              <a:rPr lang="it-IT" smtClean="0"/>
              <a:t>06/11/2024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0A484-7A86-4639-B032-864A23EF8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949FB-93C1-4E96-9FA7-9854410C1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EAF03-9003-40C0-BE92-A433414ED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2882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3319-DA99-41D7-AC1D-7303FA9C6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2A27B0-C940-473D-A591-F1D444C10C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A77A92-0CAA-42F8-9374-8D8FDF22E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49D1A-4B02-4F97-8476-A53B52B27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FC01-A2D4-4B1B-AE47-AEF386C7A1B6}" type="datetimeFigureOut">
              <a:rPr lang="it-IT" smtClean="0"/>
              <a:t>06/11/2024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A75A02-7C7B-4A6B-B550-49AE9C6AA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CCBC-5832-4450-A708-68304C3E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EAF03-9003-40C0-BE92-A433414ED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4142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98FA6-14B5-49A2-9084-A07852922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2B39B-BD44-4FE3-8D3B-715B51FAD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BBF59-AF95-4507-8F14-073D9F76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FC01-A2D4-4B1B-AE47-AEF386C7A1B6}" type="datetimeFigureOut">
              <a:rPr lang="it-IT" smtClean="0"/>
              <a:t>06/11/2024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796EF-2575-4453-9A24-C32EF0D1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FCE6A-426C-4E01-9ECF-82112C110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EAF03-9003-40C0-BE92-A433414ED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0265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72A1C-AE98-4226-8E3A-9B477E25B0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3C6FB0-2A3C-49E2-8A70-43A177166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5229C-DBF8-4B49-A057-D70ECCEF2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FC01-A2D4-4B1B-AE47-AEF386C7A1B6}" type="datetimeFigureOut">
              <a:rPr lang="it-IT" smtClean="0"/>
              <a:t>06/11/2024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002CC-1F4C-4621-9B3D-796B51091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A7404-5D11-4FD2-878E-022274E0E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EAF03-9003-40C0-BE92-A433414ED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3092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939565-5B42-474C-8BA2-5E776FCE8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45F05-77F8-4BF8-B4F9-96FD366A6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80671-50D1-43BE-9BEE-B25CD4E3BD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FFC01-A2D4-4B1B-AE47-AEF386C7A1B6}" type="datetimeFigureOut">
              <a:rPr lang="it-IT" smtClean="0"/>
              <a:t>06/11/2024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0A86E-2003-4158-9CA2-EF0973929D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E7B3C-797C-4242-8C00-CA25DE20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EAF03-9003-40C0-BE92-A433414ED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2205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9DA90-D25E-46E7-A429-95BDAE183E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Validation of dynamics of aggregtated converters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3935A-8A79-42E4-B9D2-9FD33D7C3C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8256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1C9FF-C088-4367-A3B8-1ABDD8751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Generation unit modeling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90FD84-DF8B-4E96-A64D-30C46CF366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402" y="2943140"/>
            <a:ext cx="6432397" cy="226703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2AE596-1753-4E4B-8C60-E240D45C4D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883" y="1908670"/>
            <a:ext cx="2920873" cy="445085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903410-2B54-4567-BA80-26B884A67F21}"/>
              </a:ext>
            </a:extLst>
          </p:cNvPr>
          <p:cNvCxnSpPr>
            <a:cxnSpLocks/>
          </p:cNvCxnSpPr>
          <p:nvPr/>
        </p:nvCxnSpPr>
        <p:spPr>
          <a:xfrm>
            <a:off x="4438650" y="1908670"/>
            <a:ext cx="0" cy="445085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2414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54C33-B552-4879-BB53-7D8476BE0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Generation unit modeling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8064ED-540B-4140-9726-A9D23FEA87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88" y="2222922"/>
            <a:ext cx="10455212" cy="3773056"/>
          </a:xfrm>
        </p:spPr>
      </p:pic>
    </p:spTree>
    <p:extLst>
      <p:ext uri="{BB962C8B-B14F-4D97-AF65-F5344CB8AC3E}">
        <p14:creationId xmlns:p14="http://schemas.microsoft.com/office/powerpoint/2010/main" val="2125398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99201-29EF-48B5-9A56-7608AEF6D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316480" cy="1325563"/>
          </a:xfrm>
        </p:spPr>
        <p:txBody>
          <a:bodyPr/>
          <a:lstStyle/>
          <a:p>
            <a:r>
              <a:rPr lang="it-IT" dirty="0"/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6F5A9B-8951-4EC4-A8DB-718C54821E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21" y="365124"/>
            <a:ext cx="8035579" cy="612775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B0FD4EA-5845-4DF4-93E2-35DBA456EDAE}"/>
              </a:ext>
            </a:extLst>
          </p:cNvPr>
          <p:cNvSpPr/>
          <p:nvPr/>
        </p:nvSpPr>
        <p:spPr>
          <a:xfrm>
            <a:off x="10155936" y="4925568"/>
            <a:ext cx="329184" cy="975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587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530D7-5E5E-40D3-82A0-6061A344C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Setup of aggregated converters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555549-44C4-4B35-9333-1AA47A5C0B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28" y="1856553"/>
            <a:ext cx="4829712" cy="355547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A8E4D0-5BB7-44F3-A275-D3FB31AE2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941" y="2387752"/>
            <a:ext cx="5124859" cy="232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640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960C-F62B-48D5-9FA1-BE004FBD3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Admittance comparison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98B386-5CAB-455D-8CD8-49E648CD04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47787"/>
            <a:ext cx="10668000" cy="5145088"/>
          </a:xfrm>
        </p:spPr>
      </p:pic>
    </p:spTree>
    <p:extLst>
      <p:ext uri="{BB962C8B-B14F-4D97-AF65-F5344CB8AC3E}">
        <p14:creationId xmlns:p14="http://schemas.microsoft.com/office/powerpoint/2010/main" val="2491741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19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Validation of dynamics of aggregtated converters</vt:lpstr>
      <vt:lpstr>Generation unit modeling</vt:lpstr>
      <vt:lpstr>Generation unit modeling</vt:lpstr>
      <vt:lpstr>Example</vt:lpstr>
      <vt:lpstr>Setup of aggregated converters</vt:lpstr>
      <vt:lpstr>Admittance comparison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Validation of dynamics of aggregtated converters</dc:title>
  <dc:creator>Francesca</dc:creator>
  <cp:lastModifiedBy>Francesca</cp:lastModifiedBy>
  <cp:revision>4</cp:revision>
  <dcterms:created xsi:type="dcterms:W3CDTF">2024-11-06T12:22:33Z</dcterms:created>
  <dcterms:modified xsi:type="dcterms:W3CDTF">2024-11-06T17:01:03Z</dcterms:modified>
</cp:coreProperties>
</file>